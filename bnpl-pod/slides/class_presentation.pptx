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PLAN (10:00 total)
 1. Title                          0:20
 2. Hook                           0:40
 3. Thesis one-liner               0:25
 4. Why BNPL is invisible          0:50
 5. The 4-gate architecture        1:10
 6. The trade                      0:40
 7. Why the engineering is the edge 0:50
 8. What BSI looks like            0:30   [NEW — fig1 BSI timeseries]
 9. The result (Granger)           0:55
10. Visual falsification           0:35   [NEW — fig4 BSI leads HYG]
11. The REGZ save                  0:45   [NEW — fig9 counterfactual]
12. Demo (Layer 1 tear-sheet)      1:00
13. The paper                      0:25
14. What's next                    0:25
15. Q&amp;A                            remainder
SPEAKER NOTE GLOBAL: Audience is technical but NOT finance-trained.
Every finance term needs one-sentence plain-English unpacking the first
time it appears. No jargon victory laps.
SAY (20s):
"Quick show of hands — who here has used Afterpay, Klarna, or Affirm?
'Pay in 4 interest-free installments.' Yeah, basically everyone.
I spent this semester building a system that bets on the moment that
business model breaks. I'll show you the thesis, the evidence, and the
code in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(45s):
"Here's the setup. BNPL is huge — $360B in new loans last year, bigger
than the entire U.S. subprime auto-loan market. But here's the weird
part: it doesn't show up anywhere. The CFPB doesn't track it as credit.
FICO doesn't score it. The Fed's Z.1 'Financial Accounts of the U.S.'
chart — the one every macro PM stares at — literally has no line for it.
So if a 22-year-old has $4k of Klarna debt across 11 merchants, the
credit system thinks she has zero debt. Multiply that by 100 million
users. That's the setup. The question is: does any of this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(30s):
"I'm calling this the Micro-Leverage Epoch. Leverage because it's debt.
Micro because each loan is tiny — $80 for sneakers, $200 for a flight.
Epoch because it's a regime change: the way households borrow in 2025
is structurally different from 2015, and our measurement tools haven't
caught up. The whole project is: can we build the measurement tool that
catches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(1:00):
"Quick columns. Old credit — Visa, Mastercard, Amex — has a well-oiled
disclosure pipeline. Every 90 days a bank reports delinquency rates,
FICO updates your score, the Fed publishes Z.1 totals. An analyst can
see stress building.
BNPL is the opposite. Ticket size is tiny — $35 is the average. No hard
pull on your credit. Doesn't report to bureaus. No standardized quarterly
disclosure. So when BNPL defaults spike — and they ARE spiking, Klarna
took a $1B loss in 2023 — the broader credit market finds out late,
usually via an earnings surprise.
Late information in financial markets equals mispricing. Mispricing is
what you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(1:30):
"This is the core architectural idea. I'm not just watching BNPL stress.
I'm requiring FOUR separate signals to ALL flash red on the same day
before we take the trade.
BSI is my novel thing — I'll show the construction in a sec. It's a
z-scored sentiment index from public consumer channels. Think of it as
a thermometer for 'people are angry at BNPL lenders.'
MOVE is the VIX for Treasury bonds. When MOVE spikes, bond markets are
choppy — and BNPL lenders FUND themselves by packaging loans into bonds.
So MOVE is an early warning for their funding costs.
SCP is the spread between safe and risky bonds. When scared investors
flee risk, SCP widens. It's the market's fear gauge for credit.
CCD II is the Fed's official consumer delinquency series — the lagging
confirmation.
The logic: if only BSI fires, maybe Reddit is just complaining. If BSI +
MOVE + SCP + CCD all fire, something structural is happening. Four-out-
of-four is the Bonferroni discipline. You'd rather miss trades than fake
trades."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(45s):
"OK, the trade itself. When Affirm originates 50,000 BNPL loans, they
bundle them into a bond and sell it to pension funds. That bond is
called an asset-backed security, ABS. It's sliced into tiers like a
wedding cake — senior tier gets paid first from loan repayments, junior
tier gets paid last. When defaults spike, the junior tier is what
collapses.
We could short the ABS directly, but you can't — retail doesn't have
ABS market access. So we use a Total Return Swap: we make a private
agreement with a bank that says 'you pay me if this tranche drops.' We
pay a small premium, they write us the swap. When gates fire, we hold
it. When defaults confirm, we collect.
This is structurally the same trade Michael Burry made in 2007 against
subprime-mortgage tranches. Different decade, different instrument,
same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(50s):
"The finance question — is BNPL systemic — is interesting but
unfalsifiable without measurement. Every arrow in this pipeline is
code I wrote this semester to turn that question into a tradable,
auditable signal.
Right panel: 12 ingesters feed a DuckDB warehouse. FinBERT runs
sentiment on 100k+ complaints and reviews. Pillar z-scores fuse
through a constrained QP into BSI. Three LLM agents — MACRO, QUANT,
RISK — all on NVIDIA Nemotron Mini 4B via the NIM endpoint, with
Gemini 2.5 Flash as a cross-provider fallback. Crucially, they
narrate. They do NOT approve trades. The approver is a pure-Python
rules engine. That's what makes this institutional instead of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(30s):
"This is the BSI over the last two years. Flat until late 2024,
then climbs into the +1.5σ gate in early 2025 — that's the CFPB
Reg Z window. The instrument is a thermometer; this chart is what
the thermometer reads on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(55s):
"Quick refresher on Granger: it's a test of 'does past X help predict
future Y?' We run BSI against four market indices — broad stocks,
junk bonds, retail, subprime auto ABS. The NULL is flipped here —
high p-value means we CAN'T reject orthogonality, which is the PASS
outcome.
Right panel is the full lag grid — F-stat by lag, 1 through 10 weeks,
across all four tiers. None of them cross the 5% rejection threshold.
If BSI were just noise scraped from the same news cycle as the S&amp;P,
at least one bar should light up. None do. BSI is measuring something
the rest of the market isn't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(35s):
"This is the complement to the Granger slide. Granger said BSI is
orthogonal to HYG in the usual sense. This chart shows it's
actually a LEAD indicator — the cross-correlation peaks six to
eight weeks out, not at lag zero. So BNPL-stress today forecasts
junk-bond spread widening ~two months later. That gap is the
execution window for the TRS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(45s):
"Same event, two panels. Naive trader heard 'Reg Z effective → BNPL
regulated → short AFRM.' AFRM rallied because clarity was priced
bullish. Naive panel: -4.7%. Institutional panel checked gates
daily; only 3 of 61 days had all four fire. Pod held TRS those 3
days, sat in SOFR cash carry the other 58. Came out +1.1%. The
584 bp spread is the value of having a no-trade filter — not a
better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(1:30):
"[SWITCH TO BROWSER]
This is Layer 1. Everything here is driven by a committed JSON snapshot
— anyone can clone the repo and see this in two minutes, no API keys,
no data build.
Top card: BSI. Sky-blue area chart. Dashed amber line is the +1.5σ
threshold — the point we call 'stress.' You can see it ticking up over
the last 60 days. These toggles let a reviewer zoom the window without
seeing a flat line — we never show 1D or 1W because BSI is weekly-
cadence data; that would be a false affordance.
Below that, two small sparklines — MOVE and SCP. The other two gates
at a glance.
Middle panel — the Horizon Strip. Three rows, one per gate, 180 days
of trajectory. In credit risk, the direction matters more than the
current value. A gate that's been climbing for 90 days is different
from one that just spiked yesterday.
Bottom — the agent log. These are actual LLM calls. MACRO is Nemotron,
QUANT is Nemotron, RISK is Claude 4.7 with guardrails. You can see the
timestamp, latency, token count. The whole debate is auditable because
it's JSONL on disk.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(30s):
"The paper is the deliverable. 33 pages, formal journal format.
It has the full hazard model derivation, the CIR Monte-Carlo spec, and
every Granger regression table with robust standard errors. There's an
audit appendix for every time the 4-gate AND was bypassed.
Every figure in the paper regenerates from the DuckDB warehouse by one
Python script — so it's fully reproducible. Link is on the first and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(35s):
"Three next steps if I had the summer.
One: go from paper trading to live paper trading through Interactive
Brokers. A retail account can't touch a real ABS swap, but the factor
exposure can be replicated with XRT puts and HY credit shorts. That's
a cleaner empirical test.
Two: move off hosted NIMs. The stack mapping in the repo says exactly
which agent goes on Nemotron 8B vs 340B on a local Blackwell machine.
This would cut per-run cost by an order of magnitude.
Three: the biggest one. Right now BSI uses PUBLIC complaint and review
channels. If you get access to bank-transaction data via Plaid or
Yodlee, you can watch BNPL drawdowns happen in real time, at the
household level. That's the version of BSI a hedge fund would pay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(time remaining):
"That's the pitch. Link is on the slide, paper is on GitHub. Happy to
take questions."
Q&amp;A cheat-sheet is on this slide for you, but DON'T read it unless
asked. Let the audience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BNPL Trap</dc:title>
  <dc:subject>PptxGenJS Presentation</dc:subject>
  <dc:creator>Created by Marp</dc:creator>
  <cp:lastModifiedBy>Created by Marp</cp:lastModifiedBy>
  <cp:revision>1</cp:revision>
  <dcterms:created xsi:type="dcterms:W3CDTF">2026-04-23T04:58:26Z</dcterms:created>
  <dcterms:modified xsi:type="dcterms:W3CDTF">2026-04-23T04:58:26Z</dcterms:modified>
</cp:coreProperties>
</file>